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321" r:id="rId3"/>
    <p:sldId id="325" r:id="rId4"/>
    <p:sldId id="397" r:id="rId5"/>
    <p:sldId id="403" r:id="rId6"/>
    <p:sldId id="323" r:id="rId7"/>
    <p:sldId id="398" r:id="rId8"/>
    <p:sldId id="346" r:id="rId9"/>
    <p:sldId id="349" r:id="rId10"/>
    <p:sldId id="401" r:id="rId11"/>
    <p:sldId id="402" r:id="rId12"/>
    <p:sldId id="399" r:id="rId13"/>
    <p:sldId id="400" r:id="rId14"/>
  </p:sldIdLst>
  <p:sldSz cx="9144000" cy="6858000" type="screen4x3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jUGbalqSNdcxBjMriR93ySVCeT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B4185EB4-2909-410D-90F8-B63D9DDFBAA7}">
  <a:tblStyle styleId="{B4185EB4-2909-410D-90F8-B63D9DDFBAA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815" autoAdjust="0"/>
  </p:normalViewPr>
  <p:slideViewPr>
    <p:cSldViewPr snapToGrid="0">
      <p:cViewPr varScale="1">
        <p:scale>
          <a:sx n="115" d="100"/>
          <a:sy n="115" d="100"/>
        </p:scale>
        <p:origin x="-1524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67" Type="http://schemas.openxmlformats.org/officeDocument/2006/relationships/presProps" Target="presProps.xml"/><Relationship Id="rId2" Type="http://schemas.openxmlformats.org/officeDocument/2006/relationships/slide" Target="slides/slide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2945659" cy="49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5" y="1"/>
            <a:ext cx="2945659" cy="49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5988" y="744538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30092"/>
            <a:ext cx="2945659" cy="49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14963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1:notes"/>
          <p:cNvSpPr txBox="1">
            <a:spLocks noGrp="1"/>
          </p:cNvSpPr>
          <p:nvPr>
            <p:ph type="sldNum" idx="12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/>
          <p:cNvSpPr txBox="1">
            <a:spLocks noGrp="1"/>
          </p:cNvSpPr>
          <p:nvPr>
            <p:ph type="ftr" idx="11"/>
          </p:nvPr>
        </p:nvSpPr>
        <p:spPr>
          <a:xfrm>
            <a:off x="1" y="9430092"/>
            <a:ext cx="2945659" cy="49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 Confidential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ctrTitle"/>
          </p:nvPr>
        </p:nvSpPr>
        <p:spPr>
          <a:xfrm>
            <a:off x="522000" y="1122363"/>
            <a:ext cx="8100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ubTitle" idx="1"/>
          </p:nvPr>
        </p:nvSpPr>
        <p:spPr>
          <a:xfrm>
            <a:off x="522000" y="3602038"/>
            <a:ext cx="8100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628650" y="900001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1"/>
          </p:nvPr>
        </p:nvSpPr>
        <p:spPr>
          <a:xfrm>
            <a:off x="628650" y="380569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1900800" y="1"/>
            <a:ext cx="707034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1"/>
          </p:nvPr>
        </p:nvSpPr>
        <p:spPr>
          <a:xfrm>
            <a:off x="628650" y="684674"/>
            <a:ext cx="3886200" cy="580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2"/>
          </p:nvPr>
        </p:nvSpPr>
        <p:spPr>
          <a:xfrm>
            <a:off x="4629150" y="684674"/>
            <a:ext cx="3886200" cy="5492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>
  <p:cSld name="比對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7"/>
          <p:cNvSpPr txBox="1">
            <a:spLocks noGrp="1"/>
          </p:cNvSpPr>
          <p:nvPr>
            <p:ph type="body" idx="1"/>
          </p:nvPr>
        </p:nvSpPr>
        <p:spPr>
          <a:xfrm>
            <a:off x="629842" y="72728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2"/>
          </p:nvPr>
        </p:nvSpPr>
        <p:spPr>
          <a:xfrm>
            <a:off x="629842" y="1551195"/>
            <a:ext cx="3868340" cy="4638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body" idx="3"/>
          </p:nvPr>
        </p:nvSpPr>
        <p:spPr>
          <a:xfrm>
            <a:off x="4627959" y="731405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body" idx="4"/>
          </p:nvPr>
        </p:nvSpPr>
        <p:spPr>
          <a:xfrm>
            <a:off x="4629150" y="1551195"/>
            <a:ext cx="3887391" cy="4638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1426446" y="1"/>
            <a:ext cx="7544696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>
            <a:off x="1900800" y="1"/>
            <a:ext cx="707034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9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629841" y="987425"/>
            <a:ext cx="2949178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 txBox="1">
            <a:spLocks noGrp="1"/>
          </p:cNvSpPr>
          <p:nvPr>
            <p:ph type="title"/>
          </p:nvPr>
        </p:nvSpPr>
        <p:spPr>
          <a:xfrm>
            <a:off x="629841" y="987425"/>
            <a:ext cx="2949178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21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2"/>
          <p:cNvSpPr txBox="1">
            <a:spLocks noGrp="1"/>
          </p:cNvSpPr>
          <p:nvPr>
            <p:ph type="title"/>
          </p:nvPr>
        </p:nvSpPr>
        <p:spPr>
          <a:xfrm>
            <a:off x="1900800" y="1"/>
            <a:ext cx="707034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1"/>
          </p:nvPr>
        </p:nvSpPr>
        <p:spPr>
          <a:xfrm rot="5400000">
            <a:off x="2046267" y="-292120"/>
            <a:ext cx="5051466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22"/>
          <p:cNvSpPr txBox="1"/>
          <p:nvPr/>
        </p:nvSpPr>
        <p:spPr>
          <a:xfrm>
            <a:off x="628650" y="1003259"/>
            <a:ext cx="6588919" cy="122238"/>
          </a:xfrm>
          <a:prstGeom prst="rect">
            <a:avLst/>
          </a:prstGeom>
          <a:gradFill>
            <a:gsLst>
              <a:gs pos="0">
                <a:srgbClr val="0000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3"/>
          <p:cNvSpPr txBox="1">
            <a:spLocks noGrp="1"/>
          </p:cNvSpPr>
          <p:nvPr>
            <p:ph type="title"/>
          </p:nvPr>
        </p:nvSpPr>
        <p:spPr>
          <a:xfrm rot="5400000">
            <a:off x="4623594" y="2532095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 rot="5400000">
            <a:off x="623094" y="617570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/>
        </p:nvSpPr>
        <p:spPr>
          <a:xfrm>
            <a:off x="0" y="6498344"/>
            <a:ext cx="9144000" cy="360000"/>
          </a:xfrm>
          <a:prstGeom prst="rect">
            <a:avLst/>
          </a:prstGeom>
          <a:gradFill>
            <a:gsLst>
              <a:gs pos="0">
                <a:srgbClr val="7BD2F0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2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CCE0EE"/>
              </a:gs>
            </a:gsLst>
            <a:lin ang="0" scaled="0"/>
          </a:gra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2"/>
          <p:cNvSpPr txBox="1">
            <a:spLocks noGrp="1"/>
          </p:cNvSpPr>
          <p:nvPr>
            <p:ph type="title"/>
          </p:nvPr>
        </p:nvSpPr>
        <p:spPr>
          <a:xfrm>
            <a:off x="1900800" y="1"/>
            <a:ext cx="707034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body" idx="1"/>
          </p:nvPr>
        </p:nvSpPr>
        <p:spPr>
          <a:xfrm>
            <a:off x="522000" y="666657"/>
            <a:ext cx="8100000" cy="583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12"/>
          <p:cNvSpPr txBox="1"/>
          <p:nvPr/>
        </p:nvSpPr>
        <p:spPr>
          <a:xfrm>
            <a:off x="3672000" y="6489337"/>
            <a:ext cx="180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PROV CONFIDENTIAL</a:t>
            </a:r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1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0000" y="0"/>
            <a:ext cx="1720800" cy="540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AWEX12001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zh-TW" altLang="en-US" dirty="0" smtClean="0"/>
              <a:t>配電資料</a:t>
            </a:r>
            <a:endParaRPr lang="en-US" altLang="zh-TW" dirty="0" smtClean="0"/>
          </a:p>
          <a:p>
            <a:r>
              <a:rPr lang="en-US" altLang="zh-TW" dirty="0" smtClean="0"/>
              <a:t>2025/09/26</a:t>
            </a:r>
            <a:r>
              <a:rPr lang="zh-TW" altLang="en-US" dirty="0" smtClean="0"/>
              <a:t>  </a:t>
            </a:r>
            <a:r>
              <a:rPr lang="en-US" altLang="zh-TW" dirty="0" smtClean="0"/>
              <a:t>A1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48" y="1464926"/>
            <a:ext cx="3873082" cy="3891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746" y="1288477"/>
            <a:ext cx="4669794" cy="4380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Layout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直線圖說文字 1 1"/>
          <p:cNvSpPr/>
          <p:nvPr/>
        </p:nvSpPr>
        <p:spPr>
          <a:xfrm>
            <a:off x="7676809" y="701809"/>
            <a:ext cx="768922" cy="326753"/>
          </a:xfrm>
          <a:prstGeom prst="borderCallout1">
            <a:avLst>
              <a:gd name="adj1" fmla="val 48563"/>
              <a:gd name="adj2" fmla="val -293"/>
              <a:gd name="adj3" fmla="val 286077"/>
              <a:gd name="adj4" fmla="val -131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FLP-D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直線圖說文字 1 12"/>
          <p:cNvSpPr/>
          <p:nvPr/>
        </p:nvSpPr>
        <p:spPr>
          <a:xfrm>
            <a:off x="4025434" y="1850606"/>
            <a:ext cx="755657" cy="326753"/>
          </a:xfrm>
          <a:prstGeom prst="borderCallout1">
            <a:avLst>
              <a:gd name="adj1" fmla="val 46019"/>
              <a:gd name="adj2" fmla="val 100105"/>
              <a:gd name="adj3" fmla="val 250674"/>
              <a:gd name="adj4" fmla="val 1508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FLP-A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直線圖說文字 1 18"/>
          <p:cNvSpPr/>
          <p:nvPr/>
        </p:nvSpPr>
        <p:spPr>
          <a:xfrm>
            <a:off x="5491922" y="5808045"/>
            <a:ext cx="774365" cy="326753"/>
          </a:xfrm>
          <a:prstGeom prst="borderCallout1">
            <a:avLst>
              <a:gd name="adj1" fmla="val 46019"/>
              <a:gd name="adj2" fmla="val 100105"/>
              <a:gd name="adj3" fmla="val -227606"/>
              <a:gd name="adj4" fmla="val 16548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FLP-B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直線圖說文字 1 19"/>
          <p:cNvSpPr/>
          <p:nvPr/>
        </p:nvSpPr>
        <p:spPr>
          <a:xfrm>
            <a:off x="8329350" y="1920934"/>
            <a:ext cx="764771" cy="326753"/>
          </a:xfrm>
          <a:prstGeom prst="borderCallout1">
            <a:avLst>
              <a:gd name="adj1" fmla="val 48563"/>
              <a:gd name="adj2" fmla="val -293"/>
              <a:gd name="adj3" fmla="val 242828"/>
              <a:gd name="adj4" fmla="val -4648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FLP-C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直線圖說文字 1 20"/>
          <p:cNvSpPr/>
          <p:nvPr/>
        </p:nvSpPr>
        <p:spPr>
          <a:xfrm>
            <a:off x="4350747" y="1397126"/>
            <a:ext cx="794616" cy="326753"/>
          </a:xfrm>
          <a:prstGeom prst="borderCallout1">
            <a:avLst>
              <a:gd name="adj1" fmla="val 46019"/>
              <a:gd name="adj2" fmla="val 100105"/>
              <a:gd name="adj3" fmla="val 367699"/>
              <a:gd name="adj4" fmla="val 20613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WTR-A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直線圖說文字 1 21"/>
          <p:cNvSpPr/>
          <p:nvPr/>
        </p:nvSpPr>
        <p:spPr>
          <a:xfrm>
            <a:off x="8257308" y="5356274"/>
            <a:ext cx="763231" cy="326753"/>
          </a:xfrm>
          <a:prstGeom prst="borderCallout1">
            <a:avLst>
              <a:gd name="adj1" fmla="val 48563"/>
              <a:gd name="adj2" fmla="val -293"/>
              <a:gd name="adj3" fmla="val -487312"/>
              <a:gd name="adj4" fmla="val -9855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WTR-B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直線圖說文字 1 22"/>
          <p:cNvSpPr/>
          <p:nvPr/>
        </p:nvSpPr>
        <p:spPr>
          <a:xfrm>
            <a:off x="4655601" y="4671884"/>
            <a:ext cx="812656" cy="326753"/>
          </a:xfrm>
          <a:prstGeom prst="borderCallout1">
            <a:avLst>
              <a:gd name="adj1" fmla="val 46019"/>
              <a:gd name="adj2" fmla="val 100105"/>
              <a:gd name="adj3" fmla="val -415865"/>
              <a:gd name="adj4" fmla="val 1915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WAS-A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直線圖說文字 1 24"/>
          <p:cNvSpPr/>
          <p:nvPr/>
        </p:nvSpPr>
        <p:spPr>
          <a:xfrm>
            <a:off x="4781091" y="865185"/>
            <a:ext cx="794616" cy="326753"/>
          </a:xfrm>
          <a:prstGeom prst="borderCallout1">
            <a:avLst>
              <a:gd name="adj1" fmla="val 46019"/>
              <a:gd name="adj2" fmla="val 100105"/>
              <a:gd name="adj3" fmla="val 456740"/>
              <a:gd name="adj4" fmla="val 24170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WOI-B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直線圖說文字 1 25"/>
          <p:cNvSpPr/>
          <p:nvPr/>
        </p:nvSpPr>
        <p:spPr>
          <a:xfrm>
            <a:off x="5010563" y="5192897"/>
            <a:ext cx="812656" cy="326753"/>
          </a:xfrm>
          <a:prstGeom prst="borderCallout1">
            <a:avLst>
              <a:gd name="adj1" fmla="val 46019"/>
              <a:gd name="adj2" fmla="val 100105"/>
              <a:gd name="adj3" fmla="val -721149"/>
              <a:gd name="adj4" fmla="val 21102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WOI-A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直線圖說文字 1 26"/>
          <p:cNvSpPr/>
          <p:nvPr/>
        </p:nvSpPr>
        <p:spPr>
          <a:xfrm>
            <a:off x="7874922" y="1394835"/>
            <a:ext cx="836813" cy="326753"/>
          </a:xfrm>
          <a:prstGeom prst="borderCallout1">
            <a:avLst>
              <a:gd name="adj1" fmla="val 48563"/>
              <a:gd name="adj2" fmla="val -293"/>
              <a:gd name="adj3" fmla="val 395471"/>
              <a:gd name="adj4" fmla="val -7909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WAS-B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8" name="直線單箭頭接點 27"/>
          <p:cNvCxnSpPr/>
          <p:nvPr/>
        </p:nvCxnSpPr>
        <p:spPr>
          <a:xfrm flipH="1" flipV="1">
            <a:off x="1805106" y="1306081"/>
            <a:ext cx="2220328" cy="134567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 rot="1920693">
            <a:off x="2520971" y="1669099"/>
            <a:ext cx="1114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1850mm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1" name="直線單箭頭接點 30"/>
          <p:cNvCxnSpPr/>
          <p:nvPr/>
        </p:nvCxnSpPr>
        <p:spPr>
          <a:xfrm flipV="1">
            <a:off x="4106725" y="2428500"/>
            <a:ext cx="0" cy="235697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 rot="16200000">
            <a:off x="3708486" y="3333307"/>
            <a:ext cx="1114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1980mm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4" name="直線單箭頭接點 33"/>
          <p:cNvCxnSpPr/>
          <p:nvPr/>
        </p:nvCxnSpPr>
        <p:spPr>
          <a:xfrm flipV="1">
            <a:off x="2438091" y="4693814"/>
            <a:ext cx="1927701" cy="113015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 rot="19750946">
            <a:off x="3075030" y="5262371"/>
            <a:ext cx="1114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1760mm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4290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MAA(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光柵</a:t>
            </a:r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+CCTV+FFU+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離子</a:t>
            </a:r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Bar)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226628" y="651833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56504"/>
              </p:ext>
            </p:extLst>
          </p:nvPr>
        </p:nvGraphicFramePr>
        <p:xfrm>
          <a:off x="227968" y="574880"/>
          <a:ext cx="2048479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X0107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光柵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-1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X0307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光柵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-2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X0507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光柵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-3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X0707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光柵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-4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17" y="2787329"/>
            <a:ext cx="3449725" cy="34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939" y="2787329"/>
            <a:ext cx="3449725" cy="34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9" name="直線單箭頭接點 68"/>
          <p:cNvCxnSpPr/>
          <p:nvPr/>
        </p:nvCxnSpPr>
        <p:spPr>
          <a:xfrm flipH="1">
            <a:off x="2855432" y="4247800"/>
            <a:ext cx="371196" cy="191822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2554776" y="6166026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CCTV-2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1064048" y="5504887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3527367" y="2902013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77" name="文字方塊 76"/>
          <p:cNvSpPr txBox="1"/>
          <p:nvPr/>
        </p:nvSpPr>
        <p:spPr>
          <a:xfrm>
            <a:off x="4017814" y="5776866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781417" y="3143864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cxnSp>
        <p:nvCxnSpPr>
          <p:cNvPr id="84" name="直線單箭頭接點 83"/>
          <p:cNvCxnSpPr/>
          <p:nvPr/>
        </p:nvCxnSpPr>
        <p:spPr>
          <a:xfrm flipV="1">
            <a:off x="3458095" y="3660783"/>
            <a:ext cx="652559" cy="5195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3809998" y="3445339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CCTV-3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8051483" y="596005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87" name="文字方塊 86"/>
          <p:cNvSpPr txBox="1"/>
          <p:nvPr/>
        </p:nvSpPr>
        <p:spPr>
          <a:xfrm>
            <a:off x="5057647" y="2816682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5340278" y="5666911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89" name="文字方塊 88"/>
          <p:cNvSpPr txBox="1"/>
          <p:nvPr/>
        </p:nvSpPr>
        <p:spPr>
          <a:xfrm>
            <a:off x="7525789" y="290897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1" name="直線單箭頭接點 90"/>
          <p:cNvCxnSpPr>
            <a:endCxn id="92" idx="0"/>
          </p:cNvCxnSpPr>
          <p:nvPr/>
        </p:nvCxnSpPr>
        <p:spPr>
          <a:xfrm>
            <a:off x="7665705" y="4073233"/>
            <a:ext cx="827749" cy="10023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字方塊 91"/>
          <p:cNvSpPr txBox="1"/>
          <p:nvPr/>
        </p:nvSpPr>
        <p:spPr>
          <a:xfrm>
            <a:off x="8192798" y="5075628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CCTV-1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7" name="直線單箭頭接點 96"/>
          <p:cNvCxnSpPr>
            <a:endCxn id="98" idx="0"/>
          </p:cNvCxnSpPr>
          <p:nvPr/>
        </p:nvCxnSpPr>
        <p:spPr>
          <a:xfrm flipH="1">
            <a:off x="6942457" y="4247800"/>
            <a:ext cx="372743" cy="198925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字方塊 97"/>
          <p:cNvSpPr txBox="1"/>
          <p:nvPr/>
        </p:nvSpPr>
        <p:spPr>
          <a:xfrm>
            <a:off x="6641801" y="6237054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CCTV-4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0" name="直線單箭頭接點 99"/>
          <p:cNvCxnSpPr>
            <a:endCxn id="103" idx="0"/>
          </p:cNvCxnSpPr>
          <p:nvPr/>
        </p:nvCxnSpPr>
        <p:spPr>
          <a:xfrm flipH="1">
            <a:off x="502265" y="4180342"/>
            <a:ext cx="420468" cy="72089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字方塊 102"/>
          <p:cNvSpPr txBox="1"/>
          <p:nvPr/>
        </p:nvSpPr>
        <p:spPr>
          <a:xfrm>
            <a:off x="201609" y="4901234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光柵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156328" y="5126396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X0107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8" name="直線單箭頭接點 107"/>
          <p:cNvCxnSpPr>
            <a:endCxn id="109" idx="0"/>
          </p:cNvCxnSpPr>
          <p:nvPr/>
        </p:nvCxnSpPr>
        <p:spPr>
          <a:xfrm flipH="1">
            <a:off x="1759097" y="4901234"/>
            <a:ext cx="219332" cy="93495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字方塊 108"/>
          <p:cNvSpPr txBox="1"/>
          <p:nvPr/>
        </p:nvSpPr>
        <p:spPr>
          <a:xfrm>
            <a:off x="1458441" y="5836188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光柵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-2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文字方塊 110"/>
          <p:cNvSpPr txBox="1"/>
          <p:nvPr/>
        </p:nvSpPr>
        <p:spPr>
          <a:xfrm>
            <a:off x="1413160" y="6061350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X0307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12" name="直線單箭頭接點 111"/>
          <p:cNvCxnSpPr>
            <a:endCxn id="115" idx="0"/>
          </p:cNvCxnSpPr>
          <p:nvPr/>
        </p:nvCxnSpPr>
        <p:spPr>
          <a:xfrm flipH="1">
            <a:off x="4775618" y="4180343"/>
            <a:ext cx="282029" cy="78650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4474962" y="4966849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光柵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-3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4429681" y="5192011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X0507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17" name="直線單箭頭接點 116"/>
          <p:cNvCxnSpPr>
            <a:endCxn id="118" idx="0"/>
          </p:cNvCxnSpPr>
          <p:nvPr/>
        </p:nvCxnSpPr>
        <p:spPr>
          <a:xfrm flipH="1">
            <a:off x="5988980" y="5008956"/>
            <a:ext cx="141014" cy="90842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字方塊 117"/>
          <p:cNvSpPr txBox="1"/>
          <p:nvPr/>
        </p:nvSpPr>
        <p:spPr>
          <a:xfrm>
            <a:off x="5688324" y="5917385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光柵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-4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5643043" y="6142547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X0707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20" name="表格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025976"/>
              </p:ext>
            </p:extLst>
          </p:nvPr>
        </p:nvGraphicFramePr>
        <p:xfrm>
          <a:off x="2516809" y="577646"/>
          <a:ext cx="2048479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X051C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FFU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X051D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離子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Bar-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離子水平警報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X051E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離子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Bar-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狀況警報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X051F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離子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Bar 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警報輸入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cxnSp>
        <p:nvCxnSpPr>
          <p:cNvPr id="121" name="直線單箭頭接點 120"/>
          <p:cNvCxnSpPr/>
          <p:nvPr/>
        </p:nvCxnSpPr>
        <p:spPr>
          <a:xfrm flipV="1">
            <a:off x="2228496" y="2596019"/>
            <a:ext cx="652559" cy="58995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字方塊 122"/>
          <p:cNvSpPr txBox="1"/>
          <p:nvPr/>
        </p:nvSpPr>
        <p:spPr>
          <a:xfrm>
            <a:off x="2580399" y="2380575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FFU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2526695" y="2139720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X031C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27" name="表格 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89342"/>
              </p:ext>
            </p:extLst>
          </p:nvPr>
        </p:nvGraphicFramePr>
        <p:xfrm>
          <a:off x="4664084" y="613667"/>
          <a:ext cx="2048479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Y0000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離子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Bar-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靜電消除停止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Y0000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Y0000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Y0000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cxnSp>
        <p:nvCxnSpPr>
          <p:cNvPr id="129" name="直線單箭頭接點 128"/>
          <p:cNvCxnSpPr/>
          <p:nvPr/>
        </p:nvCxnSpPr>
        <p:spPr>
          <a:xfrm flipH="1" flipV="1">
            <a:off x="1013156" y="2816684"/>
            <a:ext cx="666015" cy="27699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字方塊 131"/>
          <p:cNvSpPr txBox="1"/>
          <p:nvPr/>
        </p:nvSpPr>
        <p:spPr>
          <a:xfrm>
            <a:off x="712499" y="2601238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離子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Bar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409405" y="2019550"/>
            <a:ext cx="68330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X031D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X031E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X031F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967255" y="2017076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639699" y="1710785"/>
            <a:ext cx="85614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</a:t>
            </a:r>
            <a:endParaRPr lang="en-US" altLang="zh-TW" sz="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WTR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配電盤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476156" y="2672841"/>
            <a:ext cx="1167194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左後 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IO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一組 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" name="直線接點 2"/>
          <p:cNvCxnSpPr/>
          <p:nvPr/>
        </p:nvCxnSpPr>
        <p:spPr>
          <a:xfrm>
            <a:off x="1346679" y="3273764"/>
            <a:ext cx="2410677" cy="57433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3757356" y="3848100"/>
            <a:ext cx="1" cy="1795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2404131" y="4196557"/>
            <a:ext cx="953848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右前  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IO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一組 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52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MAA(</a:t>
            </a:r>
            <a:r>
              <a:rPr lang="en-US" altLang="zh-TW" sz="32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Interlock+EM</a:t>
            </a:r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日光燈</a:t>
            </a:r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226628" y="651833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229413"/>
              </p:ext>
            </p:extLst>
          </p:nvPr>
        </p:nvGraphicFramePr>
        <p:xfrm>
          <a:off x="227968" y="574880"/>
          <a:ext cx="2048479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EM-1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EM-2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X051A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EM-3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X051B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EM-4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17" y="2537939"/>
            <a:ext cx="3449725" cy="34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939" y="2537939"/>
            <a:ext cx="3449725" cy="34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6" name="直線單箭頭接點 25"/>
          <p:cNvCxnSpPr/>
          <p:nvPr/>
        </p:nvCxnSpPr>
        <p:spPr>
          <a:xfrm flipH="1">
            <a:off x="2855432" y="3930953"/>
            <a:ext cx="444721" cy="198568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2427317" y="5916636"/>
            <a:ext cx="7287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Interlock-1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064048" y="5255497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527367" y="2652623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30" name="文字方塊 29"/>
          <p:cNvSpPr txBox="1"/>
          <p:nvPr/>
        </p:nvSpPr>
        <p:spPr>
          <a:xfrm>
            <a:off x="4017814" y="5527476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81417" y="2894474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cxnSp>
        <p:nvCxnSpPr>
          <p:cNvPr id="32" name="直線單箭頭接點 31"/>
          <p:cNvCxnSpPr>
            <a:endCxn id="33" idx="0"/>
          </p:cNvCxnSpPr>
          <p:nvPr/>
        </p:nvCxnSpPr>
        <p:spPr>
          <a:xfrm>
            <a:off x="3629025" y="3870325"/>
            <a:ext cx="722005" cy="5660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4050374" y="4436400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EM2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8051483" y="571066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35" name="文字方塊 34"/>
          <p:cNvSpPr txBox="1"/>
          <p:nvPr/>
        </p:nvSpPr>
        <p:spPr>
          <a:xfrm>
            <a:off x="5057647" y="2567292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340278" y="5417521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7525789" y="265958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3" name="直線單箭頭接點 42"/>
          <p:cNvCxnSpPr>
            <a:endCxn id="44" idx="0"/>
          </p:cNvCxnSpPr>
          <p:nvPr/>
        </p:nvCxnSpPr>
        <p:spPr>
          <a:xfrm flipH="1">
            <a:off x="502265" y="3671173"/>
            <a:ext cx="1366498" cy="98067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201609" y="4651844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EM-1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56328" y="4877006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3977903" y="4621067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568978"/>
              </p:ext>
            </p:extLst>
          </p:nvPr>
        </p:nvGraphicFramePr>
        <p:xfrm>
          <a:off x="2428875" y="569165"/>
          <a:ext cx="2053459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729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X031A</a:t>
                      </a:r>
                      <a:endParaRPr lang="en-US" altLang="zh-TW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標楷體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Interlock-1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X031B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Interlock-2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X071A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Interlock-3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X071B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Interlock-4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cxnSp>
        <p:nvCxnSpPr>
          <p:cNvPr id="65" name="直線單箭頭接點 64"/>
          <p:cNvCxnSpPr/>
          <p:nvPr/>
        </p:nvCxnSpPr>
        <p:spPr>
          <a:xfrm flipV="1">
            <a:off x="3424844" y="3408243"/>
            <a:ext cx="768248" cy="46208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/>
          <p:cNvSpPr txBox="1"/>
          <p:nvPr/>
        </p:nvSpPr>
        <p:spPr>
          <a:xfrm>
            <a:off x="3828706" y="3171473"/>
            <a:ext cx="7287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Interlock-2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2447843" y="6144736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X031A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3846344" y="2936584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X031B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4" name="直線單箭頭接點 73"/>
          <p:cNvCxnSpPr>
            <a:endCxn id="76" idx="0"/>
          </p:cNvCxnSpPr>
          <p:nvPr/>
        </p:nvCxnSpPr>
        <p:spPr>
          <a:xfrm>
            <a:off x="7748603" y="3873411"/>
            <a:ext cx="722005" cy="5660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8169952" y="4439486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EM4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8097481" y="4624153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0" name="直線單箭頭接點 79"/>
          <p:cNvCxnSpPr>
            <a:endCxn id="81" idx="0"/>
          </p:cNvCxnSpPr>
          <p:nvPr/>
        </p:nvCxnSpPr>
        <p:spPr>
          <a:xfrm flipH="1">
            <a:off x="4861592" y="3671173"/>
            <a:ext cx="1219168" cy="12979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字方塊 80"/>
          <p:cNvSpPr txBox="1"/>
          <p:nvPr/>
        </p:nvSpPr>
        <p:spPr>
          <a:xfrm>
            <a:off x="4560936" y="4969158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EM-3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4515655" y="5194320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3" name="直線單箭頭接點 82"/>
          <p:cNvCxnSpPr/>
          <p:nvPr/>
        </p:nvCxnSpPr>
        <p:spPr>
          <a:xfrm flipH="1">
            <a:off x="7049390" y="3936350"/>
            <a:ext cx="444721" cy="198568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字方塊 89"/>
          <p:cNvSpPr txBox="1"/>
          <p:nvPr/>
        </p:nvSpPr>
        <p:spPr>
          <a:xfrm>
            <a:off x="6621275" y="5922033"/>
            <a:ext cx="7287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Interlock-3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6641801" y="6150133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5" name="直線單箭頭接點 94"/>
          <p:cNvCxnSpPr>
            <a:endCxn id="97" idx="2"/>
          </p:cNvCxnSpPr>
          <p:nvPr/>
        </p:nvCxnSpPr>
        <p:spPr>
          <a:xfrm flipV="1">
            <a:off x="7598416" y="3388879"/>
            <a:ext cx="768248" cy="44528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字方塊 95"/>
          <p:cNvSpPr txBox="1"/>
          <p:nvPr/>
        </p:nvSpPr>
        <p:spPr>
          <a:xfrm>
            <a:off x="8019916" y="2900427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8002278" y="3173435"/>
            <a:ext cx="7287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Interlock-4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8" name="直線單箭頭接點 97"/>
          <p:cNvCxnSpPr>
            <a:endCxn id="99" idx="2"/>
          </p:cNvCxnSpPr>
          <p:nvPr/>
        </p:nvCxnSpPr>
        <p:spPr>
          <a:xfrm flipH="1" flipV="1">
            <a:off x="1205363" y="2393930"/>
            <a:ext cx="922696" cy="101431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字方塊 98"/>
          <p:cNvSpPr txBox="1"/>
          <p:nvPr/>
        </p:nvSpPr>
        <p:spPr>
          <a:xfrm>
            <a:off x="904707" y="2178486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日光燈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0" name="直線單箭頭接點 99"/>
          <p:cNvCxnSpPr>
            <a:endCxn id="101" idx="2"/>
          </p:cNvCxnSpPr>
          <p:nvPr/>
        </p:nvCxnSpPr>
        <p:spPr>
          <a:xfrm flipH="1" flipV="1">
            <a:off x="5640934" y="2393930"/>
            <a:ext cx="709990" cy="101431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字方塊 100"/>
          <p:cNvSpPr txBox="1"/>
          <p:nvPr/>
        </p:nvSpPr>
        <p:spPr>
          <a:xfrm>
            <a:off x="5340278" y="2178486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日光燈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-2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24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MAA(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操作面板</a:t>
            </a:r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226628" y="651833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864635"/>
              </p:ext>
            </p:extLst>
          </p:nvPr>
        </p:nvGraphicFramePr>
        <p:xfrm>
          <a:off x="142243" y="593930"/>
          <a:ext cx="2048479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啟動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X011D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暫停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X011E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故障清除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螢幕切換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X031C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Key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76" y="2753339"/>
            <a:ext cx="3093293" cy="3624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文字方塊 45"/>
          <p:cNvSpPr txBox="1"/>
          <p:nvPr/>
        </p:nvSpPr>
        <p:spPr>
          <a:xfrm>
            <a:off x="1862308" y="6136172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622" y="2710756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文字方塊 47"/>
          <p:cNvSpPr txBox="1"/>
          <p:nvPr/>
        </p:nvSpPr>
        <p:spPr>
          <a:xfrm>
            <a:off x="4270011" y="3200757"/>
            <a:ext cx="75807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X011C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X031C</a:t>
            </a:r>
            <a:endParaRPr lang="en-US" altLang="zh-TW" sz="1200" b="1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endParaRPr lang="en-US" altLang="zh-TW" sz="1200" b="1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Y0000</a:t>
            </a:r>
          </a:p>
        </p:txBody>
      </p:sp>
      <p:cxnSp>
        <p:nvCxnSpPr>
          <p:cNvPr id="49" name="直線單箭頭接點 48"/>
          <p:cNvCxnSpPr>
            <a:endCxn id="47" idx="1"/>
          </p:cNvCxnSpPr>
          <p:nvPr/>
        </p:nvCxnSpPr>
        <p:spPr>
          <a:xfrm flipV="1">
            <a:off x="1504950" y="3405920"/>
            <a:ext cx="2466672" cy="92795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048" y="2710756"/>
            <a:ext cx="3085401" cy="3666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文字方塊 49"/>
          <p:cNvSpPr txBox="1"/>
          <p:nvPr/>
        </p:nvSpPr>
        <p:spPr>
          <a:xfrm>
            <a:off x="7191432" y="6129493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pic>
        <p:nvPicPr>
          <p:cNvPr id="5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722" y="4549081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" name="文字方塊 53"/>
          <p:cNvSpPr txBox="1"/>
          <p:nvPr/>
        </p:nvSpPr>
        <p:spPr>
          <a:xfrm>
            <a:off x="4308111" y="5039082"/>
            <a:ext cx="75807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0000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0000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Y0000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Y0000</a:t>
            </a:r>
          </a:p>
        </p:txBody>
      </p:sp>
      <p:cxnSp>
        <p:nvCxnSpPr>
          <p:cNvPr id="55" name="直線單箭頭接點 54"/>
          <p:cNvCxnSpPr>
            <a:endCxn id="53" idx="3"/>
          </p:cNvCxnSpPr>
          <p:nvPr/>
        </p:nvCxnSpPr>
        <p:spPr>
          <a:xfrm flipH="1">
            <a:off x="5314161" y="4219575"/>
            <a:ext cx="1315239" cy="10246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表格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587581"/>
              </p:ext>
            </p:extLst>
          </p:nvPr>
        </p:nvGraphicFramePr>
        <p:xfrm>
          <a:off x="2313943" y="593930"/>
          <a:ext cx="2048479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啟動燈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暫停燈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故障清除燈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日光燈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綠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黃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紅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藍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592671"/>
              </p:ext>
            </p:extLst>
          </p:nvPr>
        </p:nvGraphicFramePr>
        <p:xfrm>
          <a:off x="4771393" y="593930"/>
          <a:ext cx="2048479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X071C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啟動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X071D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暫停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X071E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故障清除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dirty="0" smtClean="0">
                          <a:effectLst/>
                          <a:latin typeface="標楷體"/>
                        </a:rPr>
                        <a:t>X071F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螢幕切換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883819"/>
              </p:ext>
            </p:extLst>
          </p:nvPr>
        </p:nvGraphicFramePr>
        <p:xfrm>
          <a:off x="6943093" y="593930"/>
          <a:ext cx="2048479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啟動燈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暫停燈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故障清除燈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綠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黃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紅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藍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57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70" y="527186"/>
            <a:ext cx="3221753" cy="286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WTR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1546337" y="2989564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641692" y="689980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3809998" y="336052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98786" y="608466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cxnSp>
        <p:nvCxnSpPr>
          <p:cNvPr id="44" name="直線單箭頭接點 43"/>
          <p:cNvCxnSpPr>
            <a:endCxn id="46" idx="2"/>
          </p:cNvCxnSpPr>
          <p:nvPr/>
        </p:nvCxnSpPr>
        <p:spPr>
          <a:xfrm flipV="1">
            <a:off x="1687652" y="903586"/>
            <a:ext cx="824317" cy="5988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2072920" y="688142"/>
            <a:ext cx="87809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Robot-A(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61" name="直線單箭頭接點 60"/>
          <p:cNvCxnSpPr>
            <a:endCxn id="63" idx="2"/>
          </p:cNvCxnSpPr>
          <p:nvPr/>
        </p:nvCxnSpPr>
        <p:spPr>
          <a:xfrm flipV="1">
            <a:off x="2363608" y="1480823"/>
            <a:ext cx="328653" cy="5862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2190647" y="1265379"/>
            <a:ext cx="1003227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Robot-A 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控制器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4" name="直線單箭頭接點 63"/>
          <p:cNvCxnSpPr>
            <a:endCxn id="65" idx="0"/>
          </p:cNvCxnSpPr>
          <p:nvPr/>
        </p:nvCxnSpPr>
        <p:spPr>
          <a:xfrm flipH="1">
            <a:off x="2172619" y="2961177"/>
            <a:ext cx="141661" cy="4301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>
            <a:off x="1671005" y="3391302"/>
            <a:ext cx="1003227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 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控制器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>
            <a:off x="661006" y="1487637"/>
            <a:ext cx="245080" cy="3221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133002" y="1809751"/>
            <a:ext cx="921494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WTR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配電盤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-A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9" name="直線單箭頭接點 68"/>
          <p:cNvCxnSpPr/>
          <p:nvPr/>
        </p:nvCxnSpPr>
        <p:spPr>
          <a:xfrm>
            <a:off x="3557847" y="2567885"/>
            <a:ext cx="921470" cy="3243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3951313" y="2892218"/>
            <a:ext cx="921494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WTR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配電盤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-B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9" name="直線單箭頭接點 78"/>
          <p:cNvCxnSpPr>
            <a:endCxn id="80" idx="2"/>
          </p:cNvCxnSpPr>
          <p:nvPr/>
        </p:nvCxnSpPr>
        <p:spPr>
          <a:xfrm flipV="1">
            <a:off x="3377812" y="1483002"/>
            <a:ext cx="891630" cy="58410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字方塊 79"/>
          <p:cNvSpPr txBox="1"/>
          <p:nvPr/>
        </p:nvSpPr>
        <p:spPr>
          <a:xfrm>
            <a:off x="3808755" y="1267558"/>
            <a:ext cx="921374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Robot-B(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398143"/>
              </p:ext>
            </p:extLst>
          </p:nvPr>
        </p:nvGraphicFramePr>
        <p:xfrm>
          <a:off x="5133171" y="598767"/>
          <a:ext cx="1891088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63718"/>
                <a:gridCol w="1427370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Aligner-A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on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Y2701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Aligner-A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off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Y2702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Robot-A 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Arm(R)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on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Y2703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Robot-A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Arm(R)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off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Y2704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Robot-A 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Arm(L)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on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Robot-A 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Arm(L)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off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Y2706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Ionizer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吹氣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Y2707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88" y="3745591"/>
            <a:ext cx="4405240" cy="2256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129" y="4011605"/>
            <a:ext cx="4321863" cy="2198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5" y="2219835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0" name="文字方塊 99"/>
          <p:cNvSpPr txBox="1"/>
          <p:nvPr/>
        </p:nvSpPr>
        <p:spPr>
          <a:xfrm>
            <a:off x="371254" y="2928911"/>
            <a:ext cx="758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Y2700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Y2704</a:t>
            </a:r>
          </a:p>
        </p:txBody>
      </p:sp>
      <p:pic>
        <p:nvPicPr>
          <p:cNvPr id="10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183" y="2599519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" name="文字方塊 101"/>
          <p:cNvSpPr txBox="1"/>
          <p:nvPr/>
        </p:nvSpPr>
        <p:spPr>
          <a:xfrm>
            <a:off x="5603522" y="3308595"/>
            <a:ext cx="758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Y2300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Y2304</a:t>
            </a:r>
          </a:p>
        </p:txBody>
      </p:sp>
      <p:cxnSp>
        <p:nvCxnSpPr>
          <p:cNvPr id="103" name="直線單箭頭接點 102"/>
          <p:cNvCxnSpPr/>
          <p:nvPr/>
        </p:nvCxnSpPr>
        <p:spPr>
          <a:xfrm flipV="1">
            <a:off x="593749" y="3549630"/>
            <a:ext cx="108821" cy="87758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/>
          <p:nvPr/>
        </p:nvCxnSpPr>
        <p:spPr>
          <a:xfrm flipV="1">
            <a:off x="4968930" y="3592019"/>
            <a:ext cx="355253" cy="126261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8" name="表格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81580"/>
              </p:ext>
            </p:extLst>
          </p:nvPr>
        </p:nvGraphicFramePr>
        <p:xfrm>
          <a:off x="7164309" y="593220"/>
          <a:ext cx="1891088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63718"/>
                <a:gridCol w="1427370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Aligner-B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on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Y2301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Aligner-B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off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Y2302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Robot-B 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Arm(R)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on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Y2303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Robot-B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Arm(R)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off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Y2304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Robot-B 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Arm(L)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on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Y2305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Robot-B 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Arm(L)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off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Y2306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Y2307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2" name="文字方塊 111"/>
          <p:cNvSpPr txBox="1"/>
          <p:nvPr/>
        </p:nvSpPr>
        <p:spPr>
          <a:xfrm>
            <a:off x="5727673" y="5120666"/>
            <a:ext cx="146283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Robot-B Arm(R)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5747065" y="5830037"/>
            <a:ext cx="146283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Robot-B Arm(L)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5730439" y="4408514"/>
            <a:ext cx="146283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Aligner-B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文字方塊 117"/>
          <p:cNvSpPr txBox="1"/>
          <p:nvPr/>
        </p:nvSpPr>
        <p:spPr>
          <a:xfrm>
            <a:off x="7190511" y="4084827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Y2300-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4957080" y="4079280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Y2301-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  <p:sp>
        <p:nvSpPr>
          <p:cNvPr id="120" name="文字方塊 119"/>
          <p:cNvSpPr txBox="1"/>
          <p:nvPr/>
        </p:nvSpPr>
        <p:spPr>
          <a:xfrm>
            <a:off x="4959846" y="4821903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Y2303-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  <p:sp>
        <p:nvSpPr>
          <p:cNvPr id="121" name="文字方塊 120"/>
          <p:cNvSpPr txBox="1"/>
          <p:nvPr/>
        </p:nvSpPr>
        <p:spPr>
          <a:xfrm>
            <a:off x="4970925" y="5514648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Y2305-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  <p:sp>
        <p:nvSpPr>
          <p:cNvPr id="122" name="文字方塊 121"/>
          <p:cNvSpPr txBox="1"/>
          <p:nvPr/>
        </p:nvSpPr>
        <p:spPr>
          <a:xfrm>
            <a:off x="7201590" y="4827450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Y2302-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7204356" y="5536821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Y2304-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4" name="文字方塊 123"/>
          <p:cNvSpPr txBox="1"/>
          <p:nvPr/>
        </p:nvSpPr>
        <p:spPr>
          <a:xfrm>
            <a:off x="1249732" y="4923920"/>
            <a:ext cx="146283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Robot-A Arm(R)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1269124" y="5633291"/>
            <a:ext cx="146283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Robot-A Arm(L)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1252498" y="4211768"/>
            <a:ext cx="146283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Aligner-A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7" name="文字方塊 126"/>
          <p:cNvSpPr txBox="1"/>
          <p:nvPr/>
        </p:nvSpPr>
        <p:spPr>
          <a:xfrm>
            <a:off x="2712570" y="3888081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Y2700-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8" name="文字方塊 127"/>
          <p:cNvSpPr txBox="1"/>
          <p:nvPr/>
        </p:nvSpPr>
        <p:spPr>
          <a:xfrm>
            <a:off x="479139" y="3882534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Y2701-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  <p:sp>
        <p:nvSpPr>
          <p:cNvPr id="129" name="文字方塊 128"/>
          <p:cNvSpPr txBox="1"/>
          <p:nvPr/>
        </p:nvSpPr>
        <p:spPr>
          <a:xfrm>
            <a:off x="481905" y="4625157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Y2703-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  <p:sp>
        <p:nvSpPr>
          <p:cNvPr id="130" name="文字方塊 129"/>
          <p:cNvSpPr txBox="1"/>
          <p:nvPr/>
        </p:nvSpPr>
        <p:spPr>
          <a:xfrm>
            <a:off x="492984" y="5317902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Y2705-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  <p:sp>
        <p:nvSpPr>
          <p:cNvPr id="131" name="文字方塊 130"/>
          <p:cNvSpPr txBox="1"/>
          <p:nvPr/>
        </p:nvSpPr>
        <p:spPr>
          <a:xfrm>
            <a:off x="2723649" y="4630704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Y2702-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2" name="文字方塊 131"/>
          <p:cNvSpPr txBox="1"/>
          <p:nvPr/>
        </p:nvSpPr>
        <p:spPr>
          <a:xfrm>
            <a:off x="2726415" y="5340075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Y2706-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250407" y="6001782"/>
            <a:ext cx="1002091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Ionizer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296044" y="6248869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Y0000-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</p:spTree>
    <p:extLst>
      <p:ext uri="{BB962C8B-B14F-4D97-AF65-F5344CB8AC3E}">
        <p14:creationId xmlns:p14="http://schemas.microsoft.com/office/powerpoint/2010/main" val="143233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379" y="845054"/>
            <a:ext cx="4077075" cy="3183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WAS+WOI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1181805" y="369476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3944229" y="3751562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1705359" y="194637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cxnSp>
        <p:nvCxnSpPr>
          <p:cNvPr id="56" name="直線單箭頭接點 55"/>
          <p:cNvCxnSpPr>
            <a:endCxn id="57" idx="2"/>
          </p:cNvCxnSpPr>
          <p:nvPr/>
        </p:nvCxnSpPr>
        <p:spPr>
          <a:xfrm flipH="1" flipV="1">
            <a:off x="773591" y="2174128"/>
            <a:ext cx="1139585" cy="81326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283643" y="1958684"/>
            <a:ext cx="97989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Aligner-A(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60" name="直線單箭頭接點 59"/>
          <p:cNvCxnSpPr/>
          <p:nvPr/>
        </p:nvCxnSpPr>
        <p:spPr>
          <a:xfrm>
            <a:off x="4414062" y="2580761"/>
            <a:ext cx="614619" cy="81659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4589632" y="3397691"/>
            <a:ext cx="97989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Aligner-B(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71" name="直線單箭頭接點 70"/>
          <p:cNvCxnSpPr>
            <a:endCxn id="72" idx="2"/>
          </p:cNvCxnSpPr>
          <p:nvPr/>
        </p:nvCxnSpPr>
        <p:spPr>
          <a:xfrm flipH="1" flipV="1">
            <a:off x="1613163" y="1539742"/>
            <a:ext cx="1362798" cy="6836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1080658" y="1324298"/>
            <a:ext cx="1065010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Reader-AT(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73" name="直線單箭頭接點 72"/>
          <p:cNvCxnSpPr>
            <a:endCxn id="74" idx="2"/>
          </p:cNvCxnSpPr>
          <p:nvPr/>
        </p:nvCxnSpPr>
        <p:spPr>
          <a:xfrm flipH="1" flipV="1">
            <a:off x="2443456" y="1090090"/>
            <a:ext cx="1006329" cy="10840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1910951" y="874646"/>
            <a:ext cx="1065010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Reader-BB(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75" name="直線單箭頭接點 74"/>
          <p:cNvCxnSpPr/>
          <p:nvPr/>
        </p:nvCxnSpPr>
        <p:spPr>
          <a:xfrm flipV="1">
            <a:off x="3391596" y="1134768"/>
            <a:ext cx="1198037" cy="10772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4589632" y="1027046"/>
            <a:ext cx="1065010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Reader-BT(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78" name="直線單箭頭接點 77"/>
          <p:cNvCxnSpPr>
            <a:endCxn id="81" idx="0"/>
          </p:cNvCxnSpPr>
          <p:nvPr/>
        </p:nvCxnSpPr>
        <p:spPr>
          <a:xfrm flipH="1">
            <a:off x="2975961" y="3266906"/>
            <a:ext cx="66501" cy="7829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字方塊 80"/>
          <p:cNvSpPr txBox="1"/>
          <p:nvPr/>
        </p:nvSpPr>
        <p:spPr>
          <a:xfrm>
            <a:off x="2443456" y="4049840"/>
            <a:ext cx="1065010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Reader-AB(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82" name="文字方塊 81"/>
          <p:cNvSpPr txBox="1"/>
          <p:nvPr/>
        </p:nvSpPr>
        <p:spPr>
          <a:xfrm>
            <a:off x="652584" y="2996381"/>
            <a:ext cx="85614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</a:t>
            </a:r>
            <a:endParaRPr lang="en-US" altLang="zh-TW" sz="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WTR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配電盤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4713380" y="1462832"/>
            <a:ext cx="85614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</a:t>
            </a:r>
            <a:endParaRPr lang="en-US" altLang="zh-TW" sz="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WTR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配電盤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4980821" y="2298307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</p:spTree>
    <p:extLst>
      <p:ext uri="{BB962C8B-B14F-4D97-AF65-F5344CB8AC3E}">
        <p14:creationId xmlns:p14="http://schemas.microsoft.com/office/powerpoint/2010/main" val="195126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15" y="1319418"/>
            <a:ext cx="2096133" cy="3740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FLP-A~D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492970"/>
              </p:ext>
            </p:extLst>
          </p:nvPr>
        </p:nvGraphicFramePr>
        <p:xfrm>
          <a:off x="6379644" y="2072344"/>
          <a:ext cx="2583682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37825"/>
                <a:gridCol w="194585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PRESENCE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-Bile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PLACE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-Green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MAMUAL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-Blue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ACCESS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-Yellow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LOAD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-Blue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UNLOAD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-White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ERROE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-Red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SPARE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-Yellow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 rot="16200000">
            <a:off x="7149975" y="3877227"/>
            <a:ext cx="789947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Y2118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Y2119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Y211A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Y211B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Y211C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Y211D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Y211E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Y211F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19643" y="4758991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429595" y="4481992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601368" y="2493393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32" name="文字方塊 31"/>
          <p:cNvSpPr txBox="1"/>
          <p:nvPr/>
        </p:nvSpPr>
        <p:spPr>
          <a:xfrm>
            <a:off x="2570911" y="2493393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226061" y="530040"/>
            <a:ext cx="39968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出機會拆</a:t>
            </a:r>
            <a:r>
              <a:rPr lang="en-US" altLang="zh-TW" dirty="0" smtClean="0"/>
              <a:t>(</a:t>
            </a:r>
            <a:r>
              <a:rPr lang="zh-TW" altLang="en-US" dirty="0" smtClean="0"/>
              <a:t>模組化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</a:t>
            </a:r>
            <a:r>
              <a:rPr lang="en-US" altLang="zh-TW" dirty="0" smtClean="0"/>
              <a:t>FLP</a:t>
            </a:r>
            <a:r>
              <a:rPr lang="zh-TW" altLang="en-US" dirty="0" smtClean="0"/>
              <a:t>獨立</a:t>
            </a:r>
            <a:r>
              <a:rPr lang="en-US" altLang="zh-TW" dirty="0" smtClean="0"/>
              <a:t>I/O </a:t>
            </a:r>
            <a:r>
              <a:rPr lang="zh-TW" altLang="en-US" dirty="0" smtClean="0"/>
              <a:t>，電源供</a:t>
            </a:r>
            <a:r>
              <a:rPr lang="en-US" altLang="zh-TW" dirty="0" smtClean="0"/>
              <a:t>DC24V</a:t>
            </a:r>
          </a:p>
          <a:p>
            <a:r>
              <a:rPr lang="zh-TW" altLang="en-US" dirty="0" smtClean="0"/>
              <a:t>網路線串接</a:t>
            </a:r>
            <a:endParaRPr lang="en-US" altLang="zh-TW" dirty="0" smtClean="0"/>
          </a:p>
          <a:p>
            <a:r>
              <a:rPr lang="zh-TW" altLang="en-US" dirty="0" smtClean="0"/>
              <a:t>每組</a:t>
            </a:r>
            <a:r>
              <a:rPr lang="en-US" altLang="zh-TW" dirty="0" smtClean="0"/>
              <a:t>FLP </a:t>
            </a:r>
            <a:r>
              <a:rPr lang="zh-TW" altLang="en-US" dirty="0" smtClean="0"/>
              <a:t>上安裝</a:t>
            </a:r>
            <a:r>
              <a:rPr lang="en-US" altLang="zh-TW" dirty="0" smtClean="0"/>
              <a:t>32IN/32OUT</a:t>
            </a:r>
            <a:r>
              <a:rPr lang="zh-TW" altLang="en-US" dirty="0" smtClean="0"/>
              <a:t>各</a:t>
            </a:r>
            <a:r>
              <a:rPr lang="en-US" altLang="zh-TW" dirty="0" smtClean="0"/>
              <a:t>1</a:t>
            </a:r>
            <a:r>
              <a:rPr lang="zh-TW" altLang="en-US" dirty="0" smtClean="0"/>
              <a:t>張</a:t>
            </a:r>
            <a:endParaRPr lang="zh-TW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956" y="1402547"/>
            <a:ext cx="2095564" cy="3648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" name="文字方塊 42"/>
          <p:cNvSpPr txBox="1"/>
          <p:nvPr/>
        </p:nvSpPr>
        <p:spPr>
          <a:xfrm>
            <a:off x="5074267" y="2299524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3199640" y="3559206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46" name="文字方塊 45"/>
          <p:cNvSpPr txBox="1"/>
          <p:nvPr/>
        </p:nvSpPr>
        <p:spPr>
          <a:xfrm>
            <a:off x="5074267" y="4357599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3199639" y="1632051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034" y="5097963"/>
            <a:ext cx="5329221" cy="134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05" y="707384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文字方塊 49"/>
          <p:cNvSpPr txBox="1"/>
          <p:nvPr/>
        </p:nvSpPr>
        <p:spPr>
          <a:xfrm>
            <a:off x="5048044" y="1416460"/>
            <a:ext cx="758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Y2118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Y211F</a:t>
            </a:r>
          </a:p>
        </p:txBody>
      </p:sp>
      <p:cxnSp>
        <p:nvCxnSpPr>
          <p:cNvPr id="51" name="直線單箭頭接點 50"/>
          <p:cNvCxnSpPr>
            <a:endCxn id="48" idx="1"/>
          </p:cNvCxnSpPr>
          <p:nvPr/>
        </p:nvCxnSpPr>
        <p:spPr>
          <a:xfrm flipV="1">
            <a:off x="4388738" y="1402548"/>
            <a:ext cx="379967" cy="63424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72373" y="1878125"/>
            <a:ext cx="97989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Load Port</a:t>
            </a:r>
            <a:r>
              <a:rPr lang="zh-TW" altLang="en-US" sz="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指示燈</a:t>
            </a:r>
          </a:p>
        </p:txBody>
      </p:sp>
      <p:cxnSp>
        <p:nvCxnSpPr>
          <p:cNvPr id="53" name="直線單箭頭接點 52"/>
          <p:cNvCxnSpPr/>
          <p:nvPr/>
        </p:nvCxnSpPr>
        <p:spPr>
          <a:xfrm flipV="1">
            <a:off x="1052269" y="1719670"/>
            <a:ext cx="628143" cy="26617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055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FLP-A~D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016" y="1833185"/>
            <a:ext cx="3047137" cy="4004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8" name="表格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337748"/>
              </p:ext>
            </p:extLst>
          </p:nvPr>
        </p:nvGraphicFramePr>
        <p:xfrm>
          <a:off x="5436524" y="4028116"/>
          <a:ext cx="3353185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7789"/>
                <a:gridCol w="2525396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Mapping Sensor</a:t>
                      </a: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Wafer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凸出檢知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Sensor</a:t>
                      </a:r>
                      <a:endParaRPr lang="en-US" altLang="zh-TW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Latch Key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旋轉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推出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Latch Key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旋轉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pic>
        <p:nvPicPr>
          <p:cNvPr id="6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226" y="1422248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0" name="文字方塊 69"/>
          <p:cNvSpPr txBox="1"/>
          <p:nvPr/>
        </p:nvSpPr>
        <p:spPr>
          <a:xfrm>
            <a:off x="4976565" y="2131324"/>
            <a:ext cx="758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X0114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預留</a:t>
            </a:r>
            <a:endParaRPr lang="en-US" altLang="zh-TW" sz="1200" b="1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1" name="直線單箭頭接點 70"/>
          <p:cNvCxnSpPr>
            <a:endCxn id="69" idx="1"/>
          </p:cNvCxnSpPr>
          <p:nvPr/>
        </p:nvCxnSpPr>
        <p:spPr>
          <a:xfrm flipV="1">
            <a:off x="2560320" y="2117412"/>
            <a:ext cx="2136906" cy="94998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>
            <a:endCxn id="73" idx="2"/>
          </p:cNvCxnSpPr>
          <p:nvPr/>
        </p:nvCxnSpPr>
        <p:spPr>
          <a:xfrm flipV="1">
            <a:off x="2775584" y="1394233"/>
            <a:ext cx="770506" cy="83357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3143627" y="1178789"/>
            <a:ext cx="80492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fontAlgn="b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手臂有無偵測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5" name="直線單箭頭接點 74"/>
          <p:cNvCxnSpPr>
            <a:endCxn id="77" idx="2"/>
          </p:cNvCxnSpPr>
          <p:nvPr/>
        </p:nvCxnSpPr>
        <p:spPr>
          <a:xfrm flipH="1" flipV="1">
            <a:off x="1007134" y="1657415"/>
            <a:ext cx="1162488" cy="57039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415636" y="1202658"/>
            <a:ext cx="1016921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Mapping Sensor</a:t>
            </a:r>
          </a:p>
        </p:txBody>
      </p:sp>
      <p:sp>
        <p:nvSpPr>
          <p:cNvPr id="77" name="文字方塊 76"/>
          <p:cNvSpPr txBox="1"/>
          <p:nvPr/>
        </p:nvSpPr>
        <p:spPr>
          <a:xfrm>
            <a:off x="665480" y="1411194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X0114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8" name="直線單箭頭接點 77"/>
          <p:cNvCxnSpPr>
            <a:endCxn id="80" idx="2"/>
          </p:cNvCxnSpPr>
          <p:nvPr/>
        </p:nvCxnSpPr>
        <p:spPr>
          <a:xfrm flipH="1" flipV="1">
            <a:off x="2122406" y="1478168"/>
            <a:ext cx="521041" cy="8078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字方塊 78"/>
          <p:cNvSpPr txBox="1"/>
          <p:nvPr/>
        </p:nvSpPr>
        <p:spPr>
          <a:xfrm>
            <a:off x="1501407" y="1023411"/>
            <a:ext cx="121204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Wafer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凸出檢知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Sensor</a:t>
            </a:r>
          </a:p>
        </p:txBody>
      </p:sp>
      <p:sp>
        <p:nvSpPr>
          <p:cNvPr id="80" name="文字方塊 79"/>
          <p:cNvSpPr txBox="1"/>
          <p:nvPr/>
        </p:nvSpPr>
        <p:spPr>
          <a:xfrm>
            <a:off x="1780752" y="1231947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X0115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1" name="直線單箭頭接點 80"/>
          <p:cNvCxnSpPr>
            <a:endCxn id="82" idx="1"/>
          </p:cNvCxnSpPr>
          <p:nvPr/>
        </p:nvCxnSpPr>
        <p:spPr>
          <a:xfrm flipV="1">
            <a:off x="3092335" y="3178148"/>
            <a:ext cx="1278208" cy="41295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字方塊 81"/>
          <p:cNvSpPr txBox="1"/>
          <p:nvPr/>
        </p:nvSpPr>
        <p:spPr>
          <a:xfrm>
            <a:off x="4370543" y="3070426"/>
            <a:ext cx="163112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開門機構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Latch Key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旋轉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4841088" y="3312214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X0116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X0117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4" name="直線單箭頭接點 93"/>
          <p:cNvCxnSpPr>
            <a:endCxn id="96" idx="2"/>
          </p:cNvCxnSpPr>
          <p:nvPr/>
        </p:nvCxnSpPr>
        <p:spPr>
          <a:xfrm flipH="1" flipV="1">
            <a:off x="851313" y="3558435"/>
            <a:ext cx="1976420" cy="7392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字方塊 94"/>
          <p:cNvSpPr txBox="1"/>
          <p:nvPr/>
        </p:nvSpPr>
        <p:spPr>
          <a:xfrm>
            <a:off x="259815" y="3103678"/>
            <a:ext cx="117274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fontAlgn="b">
              <a:defRPr/>
            </a:pP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 Cover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有無偵測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509659" y="3312214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X0118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3160837" y="915689"/>
            <a:ext cx="856148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點卡在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948553" y="1178789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X0113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18112" y="2860948"/>
            <a:ext cx="856148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點卡在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下方</a:t>
            </a:r>
          </a:p>
        </p:txBody>
      </p:sp>
    </p:spTree>
    <p:extLst>
      <p:ext uri="{BB962C8B-B14F-4D97-AF65-F5344CB8AC3E}">
        <p14:creationId xmlns:p14="http://schemas.microsoft.com/office/powerpoint/2010/main" val="118570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905" y="1075336"/>
            <a:ext cx="4153448" cy="381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FLP-A~D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337" y="4649029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文字方塊 26"/>
          <p:cNvSpPr txBox="1"/>
          <p:nvPr/>
        </p:nvSpPr>
        <p:spPr>
          <a:xfrm>
            <a:off x="1515676" y="5358105"/>
            <a:ext cx="758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X0110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預留</a:t>
            </a:r>
            <a:endParaRPr lang="en-US" altLang="zh-TW" sz="1200" b="1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8" name="直線單箭頭接點 27"/>
          <p:cNvCxnSpPr>
            <a:stCxn id="26" idx="3"/>
          </p:cNvCxnSpPr>
          <p:nvPr/>
        </p:nvCxnSpPr>
        <p:spPr>
          <a:xfrm flipV="1">
            <a:off x="2540776" y="4466975"/>
            <a:ext cx="1108503" cy="87721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987333" y="3976242"/>
            <a:ext cx="97989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OP</a:t>
            </a:r>
            <a:r>
              <a:rPr lang="zh-TW" altLang="en-US" sz="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手動按鈕</a:t>
            </a:r>
          </a:p>
        </p:txBody>
      </p:sp>
      <p:cxnSp>
        <p:nvCxnSpPr>
          <p:cNvPr id="30" name="直線單箭頭接點 29"/>
          <p:cNvCxnSpPr>
            <a:stCxn id="29" idx="3"/>
          </p:cNvCxnSpPr>
          <p:nvPr/>
        </p:nvCxnSpPr>
        <p:spPr>
          <a:xfrm>
            <a:off x="1967229" y="4083964"/>
            <a:ext cx="109868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143234" y="4208900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X0112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Y210E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004628"/>
              </p:ext>
            </p:extLst>
          </p:nvPr>
        </p:nvGraphicFramePr>
        <p:xfrm>
          <a:off x="6723112" y="1125991"/>
          <a:ext cx="2152337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7779"/>
                <a:gridCol w="1624558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承載台前後氣缸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伸出</a:t>
                      </a:r>
                      <a:endParaRPr lang="zh-TW" altLang="en-US" sz="1000" dirty="0"/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承載台前後氣缸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收回</a:t>
                      </a:r>
                      <a:endParaRPr lang="zh-TW" altLang="en-US" sz="1000" dirty="0"/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u="none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OP</a:t>
                      </a:r>
                      <a:r>
                        <a:rPr lang="zh-TW" altLang="en-US" sz="1000" b="0" u="none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手動按鈕偵測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手臂有無偵測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61" name="文字方塊 60"/>
          <p:cNvSpPr txBox="1"/>
          <p:nvPr/>
        </p:nvSpPr>
        <p:spPr>
          <a:xfrm>
            <a:off x="739828" y="3006387"/>
            <a:ext cx="1238480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</a:t>
            </a:r>
            <a:r>
              <a:rPr lang="zh-TW" altLang="en-US" sz="800" dirty="0"/>
              <a:t>承載台前後氣缸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2" name="直線單箭頭接點 61"/>
          <p:cNvCxnSpPr>
            <a:stCxn id="61" idx="3"/>
          </p:cNvCxnSpPr>
          <p:nvPr/>
        </p:nvCxnSpPr>
        <p:spPr>
          <a:xfrm>
            <a:off x="1978308" y="3114109"/>
            <a:ext cx="1098686" cy="4021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979740" y="3239045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X0110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X0111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87892" y="4393566"/>
            <a:ext cx="1036661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OUTPUT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點卡在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下方配電盤</a:t>
            </a:r>
          </a:p>
        </p:txBody>
      </p:sp>
    </p:spTree>
    <p:extLst>
      <p:ext uri="{BB962C8B-B14F-4D97-AF65-F5344CB8AC3E}">
        <p14:creationId xmlns:p14="http://schemas.microsoft.com/office/powerpoint/2010/main" val="2324066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796" y="1249909"/>
            <a:ext cx="4153448" cy="381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FLP-A~D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627103"/>
              </p:ext>
            </p:extLst>
          </p:nvPr>
        </p:nvGraphicFramePr>
        <p:xfrm>
          <a:off x="6723112" y="1125991"/>
          <a:ext cx="2152337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7779"/>
                <a:gridCol w="1624558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dirty="0" smtClean="0"/>
                        <a:t>FOUP INFOPAD-1</a:t>
                      </a:r>
                      <a:endParaRPr lang="zh-TW" altLang="en-US" sz="1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dirty="0" smtClean="0"/>
                        <a:t>FOUP INFOPAD-2</a:t>
                      </a:r>
                      <a:endParaRPr lang="zh-TW" altLang="en-US" sz="1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dirty="0" smtClean="0"/>
                        <a:t>FOUP INFOPAD-3</a:t>
                      </a:r>
                      <a:endParaRPr lang="zh-TW" altLang="en-US" sz="1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 INFOPAD-4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放置到位偵測</a:t>
                      </a:r>
                      <a:r>
                        <a:rPr lang="en-US" altLang="zh-TW" sz="1000" dirty="0" smtClean="0"/>
                        <a:t>-1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放置到位偵測</a:t>
                      </a:r>
                      <a:r>
                        <a:rPr lang="en-US" altLang="zh-TW" sz="1000" dirty="0" smtClean="0"/>
                        <a:t>-2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放置到位偵測</a:t>
                      </a:r>
                      <a:r>
                        <a:rPr lang="en-US" altLang="zh-TW" sz="1000" dirty="0" smtClean="0"/>
                        <a:t>-3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X0107</a:t>
                      </a:r>
                      <a:endPara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標楷體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00" dirty="0" smtClean="0"/>
                        <a:t>光柵</a:t>
                      </a:r>
                      <a:endParaRPr lang="zh-TW" altLang="en-US" sz="1000" dirty="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018062" y="5098047"/>
            <a:ext cx="1455549" cy="1343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文字方塊 41"/>
          <p:cNvSpPr txBox="1"/>
          <p:nvPr/>
        </p:nvSpPr>
        <p:spPr>
          <a:xfrm>
            <a:off x="3366796" y="5538926"/>
            <a:ext cx="75807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X0100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X0104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X0108</a:t>
            </a:r>
          </a:p>
          <a:p>
            <a:pPr algn="ctr"/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預留</a:t>
            </a:r>
            <a:endParaRPr lang="en-US" altLang="zh-TW" sz="1200" b="1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4" name="直線單箭頭接點 43"/>
          <p:cNvCxnSpPr>
            <a:endCxn id="39" idx="2"/>
          </p:cNvCxnSpPr>
          <p:nvPr/>
        </p:nvCxnSpPr>
        <p:spPr>
          <a:xfrm>
            <a:off x="3532884" y="3613673"/>
            <a:ext cx="212952" cy="148437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107852" y="2175129"/>
            <a:ext cx="108884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 </a:t>
            </a:r>
            <a:r>
              <a:rPr lang="en-US" altLang="zh-TW" sz="800" dirty="0" smtClean="0"/>
              <a:t>INFOPAD-1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2" name="直線單箭頭接點 61"/>
          <p:cNvCxnSpPr>
            <a:stCxn id="61" idx="3"/>
          </p:cNvCxnSpPr>
          <p:nvPr/>
        </p:nvCxnSpPr>
        <p:spPr>
          <a:xfrm>
            <a:off x="1196698" y="2282851"/>
            <a:ext cx="1363622" cy="24265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264634" y="2407787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X0100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110618" y="2859561"/>
            <a:ext cx="108884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 </a:t>
            </a:r>
            <a:r>
              <a:rPr lang="en-US" altLang="zh-TW" sz="800" dirty="0" smtClean="0"/>
              <a:t>INFOPAD-2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5" name="直線單箭頭接點 24"/>
          <p:cNvCxnSpPr>
            <a:stCxn id="24" idx="3"/>
          </p:cNvCxnSpPr>
          <p:nvPr/>
        </p:nvCxnSpPr>
        <p:spPr>
          <a:xfrm flipV="1">
            <a:off x="1199464" y="2751513"/>
            <a:ext cx="1468744" cy="2157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267400" y="3092219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X0101</a:t>
            </a:r>
          </a:p>
        </p:txBody>
      </p:sp>
      <p:sp>
        <p:nvSpPr>
          <p:cNvPr id="35" name="文字方塊 34"/>
          <p:cNvSpPr txBox="1"/>
          <p:nvPr/>
        </p:nvSpPr>
        <p:spPr>
          <a:xfrm>
            <a:off x="113384" y="3527367"/>
            <a:ext cx="108884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 </a:t>
            </a:r>
            <a:r>
              <a:rPr lang="en-US" altLang="zh-TW" sz="800" dirty="0" smtClean="0"/>
              <a:t>INFOPAD-3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6" name="直線單箭頭接點 35"/>
          <p:cNvCxnSpPr>
            <a:stCxn id="35" idx="3"/>
          </p:cNvCxnSpPr>
          <p:nvPr/>
        </p:nvCxnSpPr>
        <p:spPr>
          <a:xfrm flipV="1">
            <a:off x="1202230" y="3075005"/>
            <a:ext cx="1815832" cy="56008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270166" y="3760025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X0102</a:t>
            </a:r>
          </a:p>
        </p:txBody>
      </p:sp>
      <p:sp>
        <p:nvSpPr>
          <p:cNvPr id="38" name="文字方塊 37"/>
          <p:cNvSpPr txBox="1"/>
          <p:nvPr/>
        </p:nvSpPr>
        <p:spPr>
          <a:xfrm>
            <a:off x="132776" y="4195173"/>
            <a:ext cx="108884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 </a:t>
            </a:r>
            <a:r>
              <a:rPr lang="en-US" altLang="zh-TW" sz="800" dirty="0" smtClean="0"/>
              <a:t>INFOPAD-4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0" name="直線單箭頭接點 39"/>
          <p:cNvCxnSpPr>
            <a:stCxn id="38" idx="3"/>
          </p:cNvCxnSpPr>
          <p:nvPr/>
        </p:nvCxnSpPr>
        <p:spPr>
          <a:xfrm flipV="1">
            <a:off x="1221622" y="3092219"/>
            <a:ext cx="2311262" cy="12106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289558" y="4427831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X0103</a:t>
            </a:r>
          </a:p>
        </p:txBody>
      </p:sp>
      <p:sp>
        <p:nvSpPr>
          <p:cNvPr id="45" name="文字方塊 44"/>
          <p:cNvSpPr txBox="1"/>
          <p:nvPr/>
        </p:nvSpPr>
        <p:spPr>
          <a:xfrm>
            <a:off x="939314" y="663308"/>
            <a:ext cx="12189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</a:t>
            </a:r>
            <a:r>
              <a:rPr lang="zh-TW" altLang="en-US" sz="800" dirty="0"/>
              <a:t>放置到位</a:t>
            </a:r>
            <a:r>
              <a:rPr lang="zh-TW" altLang="en-US" sz="800" dirty="0" smtClean="0"/>
              <a:t>偵測</a:t>
            </a:r>
            <a:r>
              <a:rPr lang="en-US" altLang="zh-TW" sz="800" dirty="0" smtClean="0"/>
              <a:t>-1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6" name="直線單箭頭接點 45"/>
          <p:cNvCxnSpPr>
            <a:stCxn id="45" idx="3"/>
          </p:cNvCxnSpPr>
          <p:nvPr/>
        </p:nvCxnSpPr>
        <p:spPr>
          <a:xfrm>
            <a:off x="2158286" y="771030"/>
            <a:ext cx="1208510" cy="10328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1226221" y="895966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X0104</a:t>
            </a:r>
          </a:p>
        </p:txBody>
      </p:sp>
      <p:sp>
        <p:nvSpPr>
          <p:cNvPr id="48" name="文字方塊 47"/>
          <p:cNvSpPr txBox="1"/>
          <p:nvPr/>
        </p:nvSpPr>
        <p:spPr>
          <a:xfrm>
            <a:off x="620320" y="1349880"/>
            <a:ext cx="12189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</a:t>
            </a:r>
            <a:r>
              <a:rPr lang="zh-TW" altLang="en-US" sz="800" dirty="0"/>
              <a:t>放置到位</a:t>
            </a:r>
            <a:r>
              <a:rPr lang="zh-TW" altLang="en-US" sz="800" dirty="0" smtClean="0"/>
              <a:t>偵測</a:t>
            </a:r>
            <a:r>
              <a:rPr lang="en-US" altLang="zh-TW" sz="800" dirty="0" smtClean="0"/>
              <a:t>-2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9" name="直線單箭頭接點 48"/>
          <p:cNvCxnSpPr>
            <a:stCxn id="48" idx="3"/>
          </p:cNvCxnSpPr>
          <p:nvPr/>
        </p:nvCxnSpPr>
        <p:spPr>
          <a:xfrm>
            <a:off x="1839292" y="1457602"/>
            <a:ext cx="1078450" cy="11110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907227" y="1582538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X0105</a:t>
            </a:r>
          </a:p>
        </p:txBody>
      </p:sp>
      <p:sp>
        <p:nvSpPr>
          <p:cNvPr id="51" name="文字方塊 50"/>
          <p:cNvSpPr txBox="1"/>
          <p:nvPr/>
        </p:nvSpPr>
        <p:spPr>
          <a:xfrm>
            <a:off x="4619070" y="5224284"/>
            <a:ext cx="12189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</a:t>
            </a:r>
            <a:r>
              <a:rPr lang="zh-TW" altLang="en-US" sz="800" dirty="0"/>
              <a:t>放置到位</a:t>
            </a:r>
            <a:r>
              <a:rPr lang="zh-TW" altLang="en-US" sz="800" dirty="0" smtClean="0"/>
              <a:t>偵測</a:t>
            </a:r>
            <a:r>
              <a:rPr lang="en-US" altLang="zh-TW" sz="800" dirty="0" smtClean="0"/>
              <a:t>-3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2" name="直線單箭頭接點 51"/>
          <p:cNvCxnSpPr>
            <a:stCxn id="51" idx="0"/>
          </p:cNvCxnSpPr>
          <p:nvPr/>
        </p:nvCxnSpPr>
        <p:spPr>
          <a:xfrm flipH="1" flipV="1">
            <a:off x="4567170" y="2676328"/>
            <a:ext cx="661386" cy="254795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4905977" y="5456942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X0106</a:t>
            </a:r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28048"/>
              </p:ext>
            </p:extLst>
          </p:nvPr>
        </p:nvGraphicFramePr>
        <p:xfrm>
          <a:off x="6734191" y="3398206"/>
          <a:ext cx="2152337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7779"/>
                <a:gridCol w="1624558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-Z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伸出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-Z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收回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X010A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-Y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伸出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-Y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收回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6" name="文字方塊 55"/>
          <p:cNvSpPr txBox="1"/>
          <p:nvPr/>
        </p:nvSpPr>
        <p:spPr>
          <a:xfrm>
            <a:off x="3029874" y="600264"/>
            <a:ext cx="12189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</a:t>
            </a:r>
            <a:r>
              <a:rPr lang="zh-TW" altLang="en-US" sz="800" dirty="0"/>
              <a:t>夾持氣缸</a:t>
            </a:r>
            <a:r>
              <a:rPr lang="en-US" altLang="zh-TW" sz="800" dirty="0"/>
              <a:t>-Y</a:t>
            </a:r>
            <a:r>
              <a:rPr lang="zh-TW" altLang="en-US" sz="800" dirty="0"/>
              <a:t>軸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7" name="直線單箭頭接點 56"/>
          <p:cNvCxnSpPr/>
          <p:nvPr/>
        </p:nvCxnSpPr>
        <p:spPr>
          <a:xfrm>
            <a:off x="3639360" y="1249909"/>
            <a:ext cx="106476" cy="115426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/>
          <p:cNvSpPr txBox="1"/>
          <p:nvPr/>
        </p:nvSpPr>
        <p:spPr>
          <a:xfrm>
            <a:off x="3316781" y="832922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X010A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X010B</a:t>
            </a:r>
          </a:p>
        </p:txBody>
      </p:sp>
      <p:cxnSp>
        <p:nvCxnSpPr>
          <p:cNvPr id="64" name="直線單箭頭接點 63"/>
          <p:cNvCxnSpPr/>
          <p:nvPr/>
        </p:nvCxnSpPr>
        <p:spPr>
          <a:xfrm flipH="1">
            <a:off x="4124875" y="1249070"/>
            <a:ext cx="919585" cy="115871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>
            <a:off x="4702807" y="848960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X0108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X0109</a:t>
            </a:r>
          </a:p>
        </p:txBody>
      </p:sp>
      <p:sp>
        <p:nvSpPr>
          <p:cNvPr id="66" name="文字方塊 65"/>
          <p:cNvSpPr txBox="1"/>
          <p:nvPr/>
        </p:nvSpPr>
        <p:spPr>
          <a:xfrm>
            <a:off x="4473611" y="621310"/>
            <a:ext cx="12189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</a:t>
            </a:r>
            <a:r>
              <a:rPr lang="zh-TW" altLang="en-US" sz="800" dirty="0"/>
              <a:t>夾持氣缸</a:t>
            </a:r>
            <a:r>
              <a:rPr lang="en-US" altLang="zh-TW" sz="800" dirty="0" smtClean="0"/>
              <a:t>-Z</a:t>
            </a:r>
            <a:r>
              <a:rPr lang="zh-TW" altLang="en-US" sz="800" dirty="0" smtClean="0"/>
              <a:t>軸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5154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5" y="1084967"/>
            <a:ext cx="4380744" cy="3985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FLP-A~D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4" name="表格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155650"/>
              </p:ext>
            </p:extLst>
          </p:nvPr>
        </p:nvGraphicFramePr>
        <p:xfrm>
          <a:off x="6053246" y="1105264"/>
          <a:ext cx="2971837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3647"/>
                <a:gridCol w="2238190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伸出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X010E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Mapping Sensor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伸出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X010F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Mapping Sensor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 Cover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有無偵測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開門機構真空偵測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521059"/>
              </p:ext>
            </p:extLst>
          </p:nvPr>
        </p:nvGraphicFramePr>
        <p:xfrm>
          <a:off x="6064238" y="3194516"/>
          <a:ext cx="2971837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3647"/>
                <a:gridCol w="2238190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開門機構真空產生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開門機構真空破壞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Latch Key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旋轉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伸出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Latch Key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旋轉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伸出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Mapping Sensor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伸出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Mapping Sensor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cxnSp>
        <p:nvCxnSpPr>
          <p:cNvPr id="12" name="直線單箭頭接點 11"/>
          <p:cNvCxnSpPr>
            <a:endCxn id="13" idx="2"/>
          </p:cNvCxnSpPr>
          <p:nvPr/>
        </p:nvCxnSpPr>
        <p:spPr>
          <a:xfrm flipH="1" flipV="1">
            <a:off x="2203538" y="1285022"/>
            <a:ext cx="1088302" cy="118385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861884" y="884912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X010C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X010D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582539" y="676376"/>
            <a:ext cx="121204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開門氣缸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-Y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8" name="直線單箭頭接點 17"/>
          <p:cNvCxnSpPr>
            <a:endCxn id="19" idx="2"/>
          </p:cNvCxnSpPr>
          <p:nvPr/>
        </p:nvCxnSpPr>
        <p:spPr>
          <a:xfrm flipH="1" flipV="1">
            <a:off x="716805" y="1392744"/>
            <a:ext cx="865734" cy="15665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375151" y="992634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X010E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X010F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95806" y="784098"/>
            <a:ext cx="121204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Mapping Sensor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氣缸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476505" y="5035341"/>
            <a:ext cx="1455549" cy="1343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文字方塊 26"/>
          <p:cNvSpPr txBox="1"/>
          <p:nvPr/>
        </p:nvSpPr>
        <p:spPr>
          <a:xfrm>
            <a:off x="4825239" y="5476220"/>
            <a:ext cx="75807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X010C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X0118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Y2110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Y2114</a:t>
            </a:r>
          </a:p>
        </p:txBody>
      </p:sp>
      <p:cxnSp>
        <p:nvCxnSpPr>
          <p:cNvPr id="28" name="直線單箭頭接點 27"/>
          <p:cNvCxnSpPr>
            <a:endCxn id="26" idx="2"/>
          </p:cNvCxnSpPr>
          <p:nvPr/>
        </p:nvCxnSpPr>
        <p:spPr>
          <a:xfrm>
            <a:off x="4037100" y="4098175"/>
            <a:ext cx="1167179" cy="93716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endCxn id="33" idx="2"/>
          </p:cNvCxnSpPr>
          <p:nvPr/>
        </p:nvCxnSpPr>
        <p:spPr>
          <a:xfrm flipV="1">
            <a:off x="3624349" y="1432824"/>
            <a:ext cx="1595908" cy="161484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4878603" y="878826"/>
            <a:ext cx="68330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X0119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Y2110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Y2111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599258" y="670290"/>
            <a:ext cx="121204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開門機構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2399752" y="4800233"/>
            <a:ext cx="114146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Y2112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Y2113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203537" y="4566758"/>
            <a:ext cx="156212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開門機構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Latch Key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旋轉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9" name="直線單箭頭接點 38"/>
          <p:cNvCxnSpPr>
            <a:endCxn id="38" idx="0"/>
          </p:cNvCxnSpPr>
          <p:nvPr/>
        </p:nvCxnSpPr>
        <p:spPr>
          <a:xfrm flipH="1">
            <a:off x="2984601" y="3749040"/>
            <a:ext cx="132672" cy="81771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2394205" y="5335031"/>
            <a:ext cx="114146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Y2114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Y2115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197990" y="5101556"/>
            <a:ext cx="156212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開門氣缸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-Y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2405284" y="5878142"/>
            <a:ext cx="114146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Y2116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Y2117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2209069" y="5644667"/>
            <a:ext cx="156212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Mapping Sensor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氣缸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8184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FLP-A~D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96" y="1370281"/>
            <a:ext cx="5906481" cy="4421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37014" y="5035341"/>
            <a:ext cx="1455549" cy="1343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文字方塊 34"/>
          <p:cNvSpPr txBox="1"/>
          <p:nvPr/>
        </p:nvSpPr>
        <p:spPr>
          <a:xfrm>
            <a:off x="585748" y="5476220"/>
            <a:ext cx="75807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Y2108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Y210C</a:t>
            </a:r>
          </a:p>
          <a:p>
            <a:pPr algn="ctr"/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留</a:t>
            </a:r>
            <a:endParaRPr lang="en-US" altLang="zh-TW" sz="1200" b="1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預留</a:t>
            </a:r>
            <a:endParaRPr lang="en-US" altLang="zh-TW" sz="1200" b="1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239" y="1651570"/>
            <a:ext cx="706579" cy="111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文字方塊 39"/>
          <p:cNvSpPr txBox="1"/>
          <p:nvPr/>
        </p:nvSpPr>
        <p:spPr>
          <a:xfrm>
            <a:off x="4825239" y="2228895"/>
            <a:ext cx="70445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M01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1" name="直線單箭頭接點 40"/>
          <p:cNvCxnSpPr/>
          <p:nvPr/>
        </p:nvCxnSpPr>
        <p:spPr>
          <a:xfrm flipV="1">
            <a:off x="3557847" y="2367394"/>
            <a:ext cx="1267392" cy="101588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660657"/>
              </p:ext>
            </p:extLst>
          </p:nvPr>
        </p:nvGraphicFramePr>
        <p:xfrm>
          <a:off x="5978429" y="830935"/>
          <a:ext cx="2971837" cy="432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3647"/>
                <a:gridCol w="2238190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HOME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b="0" u="none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軸移動安全保護</a:t>
                      </a:r>
                      <a:endParaRPr lang="zh-TW" altLang="en-US" sz="1000" b="0" u="none" strike="noStrike" dirty="0" smtClean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cxnSp>
        <p:nvCxnSpPr>
          <p:cNvPr id="48" name="直線單箭頭接點 47"/>
          <p:cNvCxnSpPr>
            <a:endCxn id="31" idx="2"/>
          </p:cNvCxnSpPr>
          <p:nvPr/>
        </p:nvCxnSpPr>
        <p:spPr>
          <a:xfrm flipH="1">
            <a:off x="964788" y="4447309"/>
            <a:ext cx="1005328" cy="5880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517693"/>
              </p:ext>
            </p:extLst>
          </p:nvPr>
        </p:nvGraphicFramePr>
        <p:xfrm>
          <a:off x="5987933" y="4192239"/>
          <a:ext cx="2948473" cy="19508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27879"/>
                <a:gridCol w="2220594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承載台前後氣缸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伸出</a:t>
                      </a:r>
                      <a:endParaRPr lang="zh-TW" altLang="en-US" sz="1000" dirty="0"/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承載台前後氣缸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收回</a:t>
                      </a:r>
                      <a:endParaRPr lang="zh-TW" altLang="en-US" sz="1000" dirty="0"/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-Z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伸出</a:t>
                      </a:r>
                      <a:endParaRPr lang="zh-TW" altLang="en-US" sz="1000" dirty="0"/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-Z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收回</a:t>
                      </a: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-Y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伸出</a:t>
                      </a:r>
                      <a:endParaRPr lang="zh-TW" altLang="en-US" sz="1000" dirty="0"/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-Y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收回</a:t>
                      </a: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OP</a:t>
                      </a:r>
                      <a:r>
                        <a:rPr kumimoji="0" lang="zh-TW" altLang="en-US" sz="1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手動按鈕</a:t>
                      </a: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cxnSp>
        <p:nvCxnSpPr>
          <p:cNvPr id="51" name="直線單箭頭接點 50"/>
          <p:cNvCxnSpPr>
            <a:endCxn id="53" idx="2"/>
          </p:cNvCxnSpPr>
          <p:nvPr/>
        </p:nvCxnSpPr>
        <p:spPr>
          <a:xfrm flipH="1" flipV="1">
            <a:off x="1671415" y="1208527"/>
            <a:ext cx="581244" cy="15613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106108" y="753770"/>
            <a:ext cx="1132051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開門滑台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-Z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1329761" y="962306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3459326" y="4974800"/>
            <a:ext cx="114146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Y2108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Y2109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263111" y="4741325"/>
            <a:ext cx="156212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/>
              <a:t>FOUP</a:t>
            </a:r>
            <a:r>
              <a:rPr lang="zh-TW" altLang="en-US" sz="800" dirty="0"/>
              <a:t>承載台前後氣缸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6" name="直線單箭頭接點 55"/>
          <p:cNvCxnSpPr>
            <a:endCxn id="55" idx="0"/>
          </p:cNvCxnSpPr>
          <p:nvPr/>
        </p:nvCxnSpPr>
        <p:spPr>
          <a:xfrm>
            <a:off x="2801389" y="4447309"/>
            <a:ext cx="1242786" cy="2940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453779" y="5509598"/>
            <a:ext cx="114146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Y210A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Y210B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257564" y="5276123"/>
            <a:ext cx="156212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/>
              <a:t>FOUP</a:t>
            </a:r>
            <a:r>
              <a:rPr lang="zh-TW" altLang="en-US" sz="800" dirty="0"/>
              <a:t>夾持氣缸</a:t>
            </a:r>
            <a:r>
              <a:rPr lang="en-US" altLang="zh-TW" sz="800" dirty="0"/>
              <a:t>-Z</a:t>
            </a:r>
            <a:r>
              <a:rPr lang="zh-TW" altLang="en-US" sz="800" dirty="0"/>
              <a:t>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3464858" y="6052709"/>
            <a:ext cx="114146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Y210C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Y210D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3268643" y="5819234"/>
            <a:ext cx="156212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/>
              <a:t>FOUP</a:t>
            </a:r>
            <a:r>
              <a:rPr lang="zh-TW" altLang="en-US" sz="800" dirty="0"/>
              <a:t>夾持氣缸</a:t>
            </a:r>
            <a:r>
              <a:rPr lang="en-US" altLang="zh-TW" sz="800" dirty="0"/>
              <a:t>-Y</a:t>
            </a:r>
            <a:r>
              <a:rPr lang="zh-TW" altLang="en-US" sz="800" dirty="0"/>
              <a:t>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8650387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 - ProV Confidential(0403) - 2020100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29939</TotalTime>
  <Words>1285</Words>
  <Application>Microsoft Office PowerPoint</Application>
  <PresentationFormat>如螢幕大小 (4:3)</PresentationFormat>
  <Paragraphs>523</Paragraphs>
  <Slides>13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佈景主題 - ProV Confidential(0403) - 20201001</vt:lpstr>
      <vt:lpstr>AWEX12001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AWDP11001 專案進度檢討</dc:title>
  <dc:creator>Jay Tsao</dc:creator>
  <cp:lastModifiedBy>廖得鈞</cp:lastModifiedBy>
  <cp:revision>656</cp:revision>
  <cp:lastPrinted>2025-04-29T01:19:23Z</cp:lastPrinted>
  <dcterms:created xsi:type="dcterms:W3CDTF">2023-10-16T07:54:19Z</dcterms:created>
  <dcterms:modified xsi:type="dcterms:W3CDTF">2025-10-04T05:33:33Z</dcterms:modified>
</cp:coreProperties>
</file>